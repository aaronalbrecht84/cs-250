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92" r:id="rId5"/>
    <p:sldId id="299" r:id="rId6"/>
    <p:sldId id="261" r:id="rId7"/>
    <p:sldId id="301" r:id="rId8"/>
    <p:sldId id="302" r:id="rId9"/>
    <p:sldId id="303" r:id="rId10"/>
    <p:sldId id="304" r:id="rId11"/>
    <p:sldId id="305" r:id="rId12"/>
    <p:sldId id="306" r:id="rId13"/>
    <p:sldId id="307" r:id="rId14"/>
    <p:sldId id="295"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5562C3-FB0D-4E93-97FD-F519BC794870}" v="10" dt="2026-08-17T00:04:14.218"/>
  </p1510:revLst>
</p1510:revInfo>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39" autoAdjust="0"/>
  </p:normalViewPr>
  <p:slideViewPr>
    <p:cSldViewPr snapToGrid="0" showGuides="1">
      <p:cViewPr varScale="1">
        <p:scale>
          <a:sx n="106" d="100"/>
          <a:sy n="106" d="100"/>
        </p:scale>
        <p:origin x="792" y="10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ron Albrecht" userId="c917991d526aeecd" providerId="LiveId" clId="{7A24E559-8CE5-4EF2-89DA-93FD035FBE94}"/>
    <pc:docChg chg="undo custSel addSld delSld modSld sldOrd">
      <pc:chgData name="Aaron Albrecht" userId="c917991d526aeecd" providerId="LiveId" clId="{7A24E559-8CE5-4EF2-89DA-93FD035FBE94}" dt="2026-08-17T00:47:16.087" v="5299" actId="20577"/>
      <pc:docMkLst>
        <pc:docMk/>
      </pc:docMkLst>
      <pc:sldChg chg="addSp modSp mod">
        <pc:chgData name="Aaron Albrecht" userId="c917991d526aeecd" providerId="LiveId" clId="{7A24E559-8CE5-4EF2-89DA-93FD035FBE94}" dt="2026-08-16T22:43:36.038" v="894" actId="20577"/>
        <pc:sldMkLst>
          <pc:docMk/>
          <pc:sldMk cId="3666674671" sldId="261"/>
        </pc:sldMkLst>
        <pc:spChg chg="mod">
          <ac:chgData name="Aaron Albrecht" userId="c917991d526aeecd" providerId="LiveId" clId="{7A24E559-8CE5-4EF2-89DA-93FD035FBE94}" dt="2026-08-16T22:25:21.958" v="222" actId="1076"/>
          <ac:spMkLst>
            <pc:docMk/>
            <pc:sldMk cId="3666674671" sldId="261"/>
            <ac:spMk id="2" creationId="{9635F5E3-2B1C-7C0A-8581-67A9052D13AA}"/>
          </ac:spMkLst>
        </pc:spChg>
        <pc:spChg chg="mod">
          <ac:chgData name="Aaron Albrecht" userId="c917991d526aeecd" providerId="LiveId" clId="{7A24E559-8CE5-4EF2-89DA-93FD035FBE94}" dt="2026-08-16T22:43:36.038" v="894" actId="20577"/>
          <ac:spMkLst>
            <pc:docMk/>
            <pc:sldMk cId="3666674671" sldId="261"/>
            <ac:spMk id="3" creationId="{A6A33159-D030-2F82-A142-F75940728319}"/>
          </ac:spMkLst>
        </pc:spChg>
        <pc:spChg chg="add mod">
          <ac:chgData name="Aaron Albrecht" userId="c917991d526aeecd" providerId="LiveId" clId="{7A24E559-8CE5-4EF2-89DA-93FD035FBE94}" dt="2026-08-16T22:40:15.095" v="673" actId="6549"/>
          <ac:spMkLst>
            <pc:docMk/>
            <pc:sldMk cId="3666674671" sldId="261"/>
            <ac:spMk id="5" creationId="{26A84B34-102A-5406-C06B-13C639BA35DA}"/>
          </ac:spMkLst>
        </pc:spChg>
      </pc:sldChg>
      <pc:sldChg chg="del">
        <pc:chgData name="Aaron Albrecht" userId="c917991d526aeecd" providerId="LiveId" clId="{7A24E559-8CE5-4EF2-89DA-93FD035FBE94}" dt="2026-08-16T23:09:14.761" v="1575" actId="47"/>
        <pc:sldMkLst>
          <pc:docMk/>
          <pc:sldMk cId="4259977132" sldId="268"/>
        </pc:sldMkLst>
      </pc:sldChg>
      <pc:sldChg chg="del">
        <pc:chgData name="Aaron Albrecht" userId="c917991d526aeecd" providerId="LiveId" clId="{7A24E559-8CE5-4EF2-89DA-93FD035FBE94}" dt="2026-08-16T23:09:16.346" v="1576" actId="47"/>
        <pc:sldMkLst>
          <pc:docMk/>
          <pc:sldMk cId="3604630649" sldId="269"/>
        </pc:sldMkLst>
      </pc:sldChg>
      <pc:sldChg chg="del">
        <pc:chgData name="Aaron Albrecht" userId="c917991d526aeecd" providerId="LiveId" clId="{7A24E559-8CE5-4EF2-89DA-93FD035FBE94}" dt="2026-08-16T23:08:52.558" v="1571" actId="47"/>
        <pc:sldMkLst>
          <pc:docMk/>
          <pc:sldMk cId="77554804" sldId="276"/>
        </pc:sldMkLst>
      </pc:sldChg>
      <pc:sldChg chg="del">
        <pc:chgData name="Aaron Albrecht" userId="c917991d526aeecd" providerId="LiveId" clId="{7A24E559-8CE5-4EF2-89DA-93FD035FBE94}" dt="2026-08-16T23:09:11.905" v="1573" actId="47"/>
        <pc:sldMkLst>
          <pc:docMk/>
          <pc:sldMk cId="1246021298" sldId="279"/>
        </pc:sldMkLst>
      </pc:sldChg>
      <pc:sldChg chg="del">
        <pc:chgData name="Aaron Albrecht" userId="c917991d526aeecd" providerId="LiveId" clId="{7A24E559-8CE5-4EF2-89DA-93FD035FBE94}" dt="2026-08-16T22:18:20.971" v="22" actId="47"/>
        <pc:sldMkLst>
          <pc:docMk/>
          <pc:sldMk cId="529279411" sldId="289"/>
        </pc:sldMkLst>
      </pc:sldChg>
      <pc:sldChg chg="del">
        <pc:chgData name="Aaron Albrecht" userId="c917991d526aeecd" providerId="LiveId" clId="{7A24E559-8CE5-4EF2-89DA-93FD035FBE94}" dt="2026-08-16T23:09:13.375" v="1574" actId="47"/>
        <pc:sldMkLst>
          <pc:docMk/>
          <pc:sldMk cId="4182148033" sldId="293"/>
        </pc:sldMkLst>
      </pc:sldChg>
      <pc:sldChg chg="addSp delSp modSp mod">
        <pc:chgData name="Aaron Albrecht" userId="c917991d526aeecd" providerId="LiveId" clId="{7A24E559-8CE5-4EF2-89DA-93FD035FBE94}" dt="2026-08-17T00:28:29.388" v="4207" actId="20577"/>
        <pc:sldMkLst>
          <pc:docMk/>
          <pc:sldMk cId="2519727083" sldId="295"/>
        </pc:sldMkLst>
        <pc:spChg chg="add del mod">
          <ac:chgData name="Aaron Albrecht" userId="c917991d526aeecd" providerId="LiveId" clId="{7A24E559-8CE5-4EF2-89DA-93FD035FBE94}" dt="2026-08-16T22:19:10.924" v="38" actId="478"/>
          <ac:spMkLst>
            <pc:docMk/>
            <pc:sldMk cId="2519727083" sldId="295"/>
            <ac:spMk id="4" creationId="{924C9590-7C4B-556A-12A9-7710E946C16C}"/>
          </ac:spMkLst>
        </pc:spChg>
        <pc:spChg chg="mod">
          <ac:chgData name="Aaron Albrecht" userId="c917991d526aeecd" providerId="LiveId" clId="{7A24E559-8CE5-4EF2-89DA-93FD035FBE94}" dt="2026-08-16T22:18:50.580" v="35" actId="1076"/>
          <ac:spMkLst>
            <pc:docMk/>
            <pc:sldMk cId="2519727083" sldId="295"/>
            <ac:spMk id="8" creationId="{721E73BA-53B9-C0C1-476A-00736A64AB79}"/>
          </ac:spMkLst>
        </pc:spChg>
        <pc:spChg chg="del mod">
          <ac:chgData name="Aaron Albrecht" userId="c917991d526aeecd" providerId="LiveId" clId="{7A24E559-8CE5-4EF2-89DA-93FD035FBE94}" dt="2026-08-16T22:19:00.161" v="37" actId="478"/>
          <ac:spMkLst>
            <pc:docMk/>
            <pc:sldMk cId="2519727083" sldId="295"/>
            <ac:spMk id="13" creationId="{DEB5763E-8BC0-F6C3-3814-6649A828C000}"/>
          </ac:spMkLst>
        </pc:spChg>
        <pc:spChg chg="mod">
          <ac:chgData name="Aaron Albrecht" userId="c917991d526aeecd" providerId="LiveId" clId="{7A24E559-8CE5-4EF2-89DA-93FD035FBE94}" dt="2026-08-17T00:28:29.388" v="4207" actId="20577"/>
          <ac:spMkLst>
            <pc:docMk/>
            <pc:sldMk cId="2519727083" sldId="295"/>
            <ac:spMk id="14" creationId="{C78180D0-1AB6-8416-0EB1-10648E1A6050}"/>
          </ac:spMkLst>
        </pc:spChg>
      </pc:sldChg>
      <pc:sldChg chg="addSp delSp modSp del mod">
        <pc:chgData name="Aaron Albrecht" userId="c917991d526aeecd" providerId="LiveId" clId="{7A24E559-8CE5-4EF2-89DA-93FD035FBE94}" dt="2026-08-16T22:24:51.617" v="198" actId="47"/>
        <pc:sldMkLst>
          <pc:docMk/>
          <pc:sldMk cId="3530111904" sldId="297"/>
        </pc:sldMkLst>
        <pc:spChg chg="del mod">
          <ac:chgData name="Aaron Albrecht" userId="c917991d526aeecd" providerId="LiveId" clId="{7A24E559-8CE5-4EF2-89DA-93FD035FBE94}" dt="2026-08-16T22:11:37.149" v="21" actId="478"/>
          <ac:spMkLst>
            <pc:docMk/>
            <pc:sldMk cId="3530111904" sldId="297"/>
            <ac:spMk id="2" creationId="{AAF2A73C-F597-27B7-8F29-D6406DC4DB9A}"/>
          </ac:spMkLst>
        </pc:spChg>
        <pc:spChg chg="del">
          <ac:chgData name="Aaron Albrecht" userId="c917991d526aeecd" providerId="LiveId" clId="{7A24E559-8CE5-4EF2-89DA-93FD035FBE94}" dt="2026-08-16T22:11:06.142" v="15" actId="478"/>
          <ac:spMkLst>
            <pc:docMk/>
            <pc:sldMk cId="3530111904" sldId="297"/>
            <ac:spMk id="3" creationId="{AC190503-C2C6-37F4-4636-9B4A8A3DE4EB}"/>
          </ac:spMkLst>
        </pc:spChg>
        <pc:spChg chg="add mod">
          <ac:chgData name="Aaron Albrecht" userId="c917991d526aeecd" providerId="LiveId" clId="{7A24E559-8CE5-4EF2-89DA-93FD035FBE94}" dt="2026-08-16T22:11:06.142" v="15" actId="478"/>
          <ac:spMkLst>
            <pc:docMk/>
            <pc:sldMk cId="3530111904" sldId="297"/>
            <ac:spMk id="5" creationId="{64DB2004-C66E-6CD0-79BC-FB5243AFF83C}"/>
          </ac:spMkLst>
        </pc:spChg>
        <pc:spChg chg="add mod">
          <ac:chgData name="Aaron Albrecht" userId="c917991d526aeecd" providerId="LiveId" clId="{7A24E559-8CE5-4EF2-89DA-93FD035FBE94}" dt="2026-08-16T22:11:37.149" v="21" actId="478"/>
          <ac:spMkLst>
            <pc:docMk/>
            <pc:sldMk cId="3530111904" sldId="297"/>
            <ac:spMk id="7" creationId="{C11440AD-D0DC-900B-8FE4-1769EE516031}"/>
          </ac:spMkLst>
        </pc:spChg>
      </pc:sldChg>
      <pc:sldChg chg="del">
        <pc:chgData name="Aaron Albrecht" userId="c917991d526aeecd" providerId="LiveId" clId="{7A24E559-8CE5-4EF2-89DA-93FD035FBE94}" dt="2026-08-16T23:08:58.146" v="1572" actId="47"/>
        <pc:sldMkLst>
          <pc:docMk/>
          <pc:sldMk cId="2735087570" sldId="298"/>
        </pc:sldMkLst>
      </pc:sldChg>
      <pc:sldChg chg="del">
        <pc:chgData name="Aaron Albrecht" userId="c917991d526aeecd" providerId="LiveId" clId="{7A24E559-8CE5-4EF2-89DA-93FD035FBE94}" dt="2026-08-16T23:08:39.626" v="1570" actId="47"/>
        <pc:sldMkLst>
          <pc:docMk/>
          <pc:sldMk cId="1148227982" sldId="300"/>
        </pc:sldMkLst>
      </pc:sldChg>
      <pc:sldChg chg="addSp delSp modSp new mod">
        <pc:chgData name="Aaron Albrecht" userId="c917991d526aeecd" providerId="LiveId" clId="{7A24E559-8CE5-4EF2-89DA-93FD035FBE94}" dt="2026-08-16T22:56:59.941" v="1361" actId="20577"/>
        <pc:sldMkLst>
          <pc:docMk/>
          <pc:sldMk cId="574503213" sldId="301"/>
        </pc:sldMkLst>
        <pc:spChg chg="del">
          <ac:chgData name="Aaron Albrecht" userId="c917991d526aeecd" providerId="LiveId" clId="{7A24E559-8CE5-4EF2-89DA-93FD035FBE94}" dt="2026-08-16T22:43:58.447" v="895" actId="478"/>
          <ac:spMkLst>
            <pc:docMk/>
            <pc:sldMk cId="574503213" sldId="301"/>
            <ac:spMk id="2" creationId="{B32DF6AE-080C-841F-FEDB-3638A76E75BB}"/>
          </ac:spMkLst>
        </pc:spChg>
        <pc:spChg chg="del">
          <ac:chgData name="Aaron Albrecht" userId="c917991d526aeecd" providerId="LiveId" clId="{7A24E559-8CE5-4EF2-89DA-93FD035FBE94}" dt="2026-08-16T22:44:06.418" v="897" actId="478"/>
          <ac:spMkLst>
            <pc:docMk/>
            <pc:sldMk cId="574503213" sldId="301"/>
            <ac:spMk id="3" creationId="{6950D62C-8387-902B-E025-AADA728D99D6}"/>
          </ac:spMkLst>
        </pc:spChg>
        <pc:spChg chg="add mod">
          <ac:chgData name="Aaron Albrecht" userId="c917991d526aeecd" providerId="LiveId" clId="{7A24E559-8CE5-4EF2-89DA-93FD035FBE94}" dt="2026-08-16T22:56:59.941" v="1361" actId="20577"/>
          <ac:spMkLst>
            <pc:docMk/>
            <pc:sldMk cId="574503213" sldId="301"/>
            <ac:spMk id="6" creationId="{DF1EFA8D-C98D-78CD-685E-6AAD9CAB1641}"/>
          </ac:spMkLst>
        </pc:spChg>
        <pc:spChg chg="add mod">
          <ac:chgData name="Aaron Albrecht" userId="c917991d526aeecd" providerId="LiveId" clId="{7A24E559-8CE5-4EF2-89DA-93FD035FBE94}" dt="2026-08-16T22:50:15.219" v="1162" actId="20577"/>
          <ac:spMkLst>
            <pc:docMk/>
            <pc:sldMk cId="574503213" sldId="301"/>
            <ac:spMk id="8" creationId="{00F7114C-659E-1806-EACC-F5CDFD40A96C}"/>
          </ac:spMkLst>
        </pc:spChg>
        <pc:spChg chg="add mod">
          <ac:chgData name="Aaron Albrecht" userId="c917991d526aeecd" providerId="LiveId" clId="{7A24E559-8CE5-4EF2-89DA-93FD035FBE94}" dt="2026-08-16T22:44:35.603" v="900"/>
          <ac:spMkLst>
            <pc:docMk/>
            <pc:sldMk cId="574503213" sldId="301"/>
            <ac:spMk id="9" creationId="{078E47A9-C875-4863-9C49-1E0F934F520A}"/>
          </ac:spMkLst>
        </pc:spChg>
      </pc:sldChg>
      <pc:sldChg chg="addSp delSp modSp new mod ord">
        <pc:chgData name="Aaron Albrecht" userId="c917991d526aeecd" providerId="LiveId" clId="{7A24E559-8CE5-4EF2-89DA-93FD035FBE94}" dt="2026-08-16T23:34:32.037" v="2410" actId="27636"/>
        <pc:sldMkLst>
          <pc:docMk/>
          <pc:sldMk cId="3208720862" sldId="302"/>
        </pc:sldMkLst>
        <pc:spChg chg="mod">
          <ac:chgData name="Aaron Albrecht" userId="c917991d526aeecd" providerId="LiveId" clId="{7A24E559-8CE5-4EF2-89DA-93FD035FBE94}" dt="2026-08-16T23:28:36.297" v="2401" actId="1076"/>
          <ac:spMkLst>
            <pc:docMk/>
            <pc:sldMk cId="3208720862" sldId="302"/>
            <ac:spMk id="2" creationId="{F8682346-8B2F-C7FA-AA2A-F1B2022742CB}"/>
          </ac:spMkLst>
        </pc:spChg>
        <pc:spChg chg="mod">
          <ac:chgData name="Aaron Albrecht" userId="c917991d526aeecd" providerId="LiveId" clId="{7A24E559-8CE5-4EF2-89DA-93FD035FBE94}" dt="2026-08-16T23:34:32.037" v="2410" actId="27636"/>
          <ac:spMkLst>
            <pc:docMk/>
            <pc:sldMk cId="3208720862" sldId="302"/>
            <ac:spMk id="3" creationId="{0F08799F-1B9B-790A-89D8-EA1F0171A3A9}"/>
          </ac:spMkLst>
        </pc:spChg>
        <pc:spChg chg="del">
          <ac:chgData name="Aaron Albrecht" userId="c917991d526aeecd" providerId="LiveId" clId="{7A24E559-8CE5-4EF2-89DA-93FD035FBE94}" dt="2026-08-16T23:11:32.293" v="1607" actId="478"/>
          <ac:spMkLst>
            <pc:docMk/>
            <pc:sldMk cId="3208720862" sldId="302"/>
            <ac:spMk id="4" creationId="{94607C02-BDB2-E1A1-CD46-44A0CFCDB5FF}"/>
          </ac:spMkLst>
        </pc:spChg>
        <pc:spChg chg="mod">
          <ac:chgData name="Aaron Albrecht" userId="c917991d526aeecd" providerId="LiveId" clId="{7A24E559-8CE5-4EF2-89DA-93FD035FBE94}" dt="2026-08-16T23:23:36.116" v="2099" actId="14100"/>
          <ac:spMkLst>
            <pc:docMk/>
            <pc:sldMk cId="3208720862" sldId="302"/>
            <ac:spMk id="5" creationId="{64DB1955-D579-D409-3D00-44AD5707198B}"/>
          </ac:spMkLst>
        </pc:spChg>
        <pc:picChg chg="add del mod">
          <ac:chgData name="Aaron Albrecht" userId="c917991d526aeecd" providerId="LiveId" clId="{7A24E559-8CE5-4EF2-89DA-93FD035FBE94}" dt="2026-08-16T23:34:15.481" v="2405" actId="478"/>
          <ac:picMkLst>
            <pc:docMk/>
            <pc:sldMk cId="3208720862" sldId="302"/>
            <ac:picMk id="6" creationId="{09EEDE10-2E11-D93A-AEBD-971C09537445}"/>
          </ac:picMkLst>
        </pc:picChg>
      </pc:sldChg>
      <pc:sldChg chg="addSp delSp modSp new mod">
        <pc:chgData name="Aaron Albrecht" userId="c917991d526aeecd" providerId="LiveId" clId="{7A24E559-8CE5-4EF2-89DA-93FD035FBE94}" dt="2026-08-16T23:35:53.554" v="2422" actId="14100"/>
        <pc:sldMkLst>
          <pc:docMk/>
          <pc:sldMk cId="207870438" sldId="303"/>
        </pc:sldMkLst>
        <pc:spChg chg="del">
          <ac:chgData name="Aaron Albrecht" userId="c917991d526aeecd" providerId="LiveId" clId="{7A24E559-8CE5-4EF2-89DA-93FD035FBE94}" dt="2026-08-16T23:35:36.962" v="2417" actId="478"/>
          <ac:spMkLst>
            <pc:docMk/>
            <pc:sldMk cId="207870438" sldId="303"/>
            <ac:spMk id="2" creationId="{4DF4F3C8-8579-A2DF-FFC2-C2596AA2796B}"/>
          </ac:spMkLst>
        </pc:spChg>
        <pc:spChg chg="del">
          <ac:chgData name="Aaron Albrecht" userId="c917991d526aeecd" providerId="LiveId" clId="{7A24E559-8CE5-4EF2-89DA-93FD035FBE94}" dt="2026-08-16T23:35:08.203" v="2412" actId="478"/>
          <ac:spMkLst>
            <pc:docMk/>
            <pc:sldMk cId="207870438" sldId="303"/>
            <ac:spMk id="3" creationId="{9562D0FE-3FF8-2F8E-A281-FFC4F80E2470}"/>
          </ac:spMkLst>
        </pc:spChg>
        <pc:spChg chg="del">
          <ac:chgData name="Aaron Albrecht" userId="c917991d526aeecd" providerId="LiveId" clId="{7A24E559-8CE5-4EF2-89DA-93FD035FBE94}" dt="2026-08-16T23:35:09.920" v="2413" actId="478"/>
          <ac:spMkLst>
            <pc:docMk/>
            <pc:sldMk cId="207870438" sldId="303"/>
            <ac:spMk id="4" creationId="{188E2158-CBD5-8663-E152-DD1C1AB92CDF}"/>
          </ac:spMkLst>
        </pc:spChg>
        <pc:spChg chg="add mod">
          <ac:chgData name="Aaron Albrecht" userId="c917991d526aeecd" providerId="LiveId" clId="{7A24E559-8CE5-4EF2-89DA-93FD035FBE94}" dt="2026-08-16T23:35:32.577" v="2416"/>
          <ac:spMkLst>
            <pc:docMk/>
            <pc:sldMk cId="207870438" sldId="303"/>
            <ac:spMk id="8" creationId="{E9FAC4EB-82A3-1E08-8B9F-C9BD311AEE3E}"/>
          </ac:spMkLst>
        </pc:spChg>
        <pc:picChg chg="add mod">
          <ac:chgData name="Aaron Albrecht" userId="c917991d526aeecd" providerId="LiveId" clId="{7A24E559-8CE5-4EF2-89DA-93FD035FBE94}" dt="2026-08-16T23:35:53.554" v="2422" actId="14100"/>
          <ac:picMkLst>
            <pc:docMk/>
            <pc:sldMk cId="207870438" sldId="303"/>
            <ac:picMk id="7" creationId="{C4086490-D1C7-C52C-A805-4642C133032F}"/>
          </ac:picMkLst>
        </pc:picChg>
      </pc:sldChg>
      <pc:sldChg chg="addSp delSp modSp new mod">
        <pc:chgData name="Aaron Albrecht" userId="c917991d526aeecd" providerId="LiveId" clId="{7A24E559-8CE5-4EF2-89DA-93FD035FBE94}" dt="2026-08-16T23:48:45.650" v="2498" actId="14100"/>
        <pc:sldMkLst>
          <pc:docMk/>
          <pc:sldMk cId="467699478" sldId="304"/>
        </pc:sldMkLst>
        <pc:spChg chg="add del mod">
          <ac:chgData name="Aaron Albrecht" userId="c917991d526aeecd" providerId="LiveId" clId="{7A24E559-8CE5-4EF2-89DA-93FD035FBE94}" dt="2026-08-16T23:39:57.710" v="2464" actId="1076"/>
          <ac:spMkLst>
            <pc:docMk/>
            <pc:sldMk cId="467699478" sldId="304"/>
            <ac:spMk id="2" creationId="{7EED72AC-D384-DB01-7195-61EEC7933094}"/>
          </ac:spMkLst>
        </pc:spChg>
        <pc:spChg chg="del mod">
          <ac:chgData name="Aaron Albrecht" userId="c917991d526aeecd" providerId="LiveId" clId="{7A24E559-8CE5-4EF2-89DA-93FD035FBE94}" dt="2026-08-16T23:47:37.617" v="2491" actId="478"/>
          <ac:spMkLst>
            <pc:docMk/>
            <pc:sldMk cId="467699478" sldId="304"/>
            <ac:spMk id="3" creationId="{CABE3E79-339E-9A95-1506-D370C31853B2}"/>
          </ac:spMkLst>
        </pc:spChg>
        <pc:spChg chg="del">
          <ac:chgData name="Aaron Albrecht" userId="c917991d526aeecd" providerId="LiveId" clId="{7A24E559-8CE5-4EF2-89DA-93FD035FBE94}" dt="2026-08-16T23:39:17.332" v="2432" actId="478"/>
          <ac:spMkLst>
            <pc:docMk/>
            <pc:sldMk cId="467699478" sldId="304"/>
            <ac:spMk id="4" creationId="{4E4262CD-5A20-E4AC-8038-CB93491607DA}"/>
          </ac:spMkLst>
        </pc:spChg>
        <pc:picChg chg="add mod">
          <ac:chgData name="Aaron Albrecht" userId="c917991d526aeecd" providerId="LiveId" clId="{7A24E559-8CE5-4EF2-89DA-93FD035FBE94}" dt="2026-08-16T23:48:45.650" v="2498" actId="14100"/>
          <ac:picMkLst>
            <pc:docMk/>
            <pc:sldMk cId="467699478" sldId="304"/>
            <ac:picMk id="5" creationId="{C36A3F43-9AB0-9A93-E09E-085F41C83327}"/>
          </ac:picMkLst>
        </pc:picChg>
      </pc:sldChg>
      <pc:sldChg chg="new del">
        <pc:chgData name="Aaron Albrecht" userId="c917991d526aeecd" providerId="LiveId" clId="{7A24E559-8CE5-4EF2-89DA-93FD035FBE94}" dt="2026-08-16T23:37:21.665" v="2424" actId="2696"/>
        <pc:sldMkLst>
          <pc:docMk/>
          <pc:sldMk cId="1758762939" sldId="304"/>
        </pc:sldMkLst>
      </pc:sldChg>
      <pc:sldChg chg="delSp new del mod ord">
        <pc:chgData name="Aaron Albrecht" userId="c917991d526aeecd" providerId="LiveId" clId="{7A24E559-8CE5-4EF2-89DA-93FD035FBE94}" dt="2026-08-16T23:39:01.537" v="2430" actId="47"/>
        <pc:sldMkLst>
          <pc:docMk/>
          <pc:sldMk cId="3934357250" sldId="304"/>
        </pc:sldMkLst>
        <pc:spChg chg="del">
          <ac:chgData name="Aaron Albrecht" userId="c917991d526aeecd" providerId="LiveId" clId="{7A24E559-8CE5-4EF2-89DA-93FD035FBE94}" dt="2026-08-16T23:38:40.292" v="2427" actId="478"/>
          <ac:spMkLst>
            <pc:docMk/>
            <pc:sldMk cId="3934357250" sldId="304"/>
            <ac:spMk id="2" creationId="{8A26D33D-7658-3A7E-783F-7D233AF5C459}"/>
          </ac:spMkLst>
        </pc:spChg>
        <pc:spChg chg="del">
          <ac:chgData name="Aaron Albrecht" userId="c917991d526aeecd" providerId="LiveId" clId="{7A24E559-8CE5-4EF2-89DA-93FD035FBE94}" dt="2026-08-16T23:38:33.055" v="2426" actId="478"/>
          <ac:spMkLst>
            <pc:docMk/>
            <pc:sldMk cId="3934357250" sldId="304"/>
            <ac:spMk id="3" creationId="{8B398073-6929-AAEC-44B3-EB88D323F03B}"/>
          </ac:spMkLst>
        </pc:spChg>
      </pc:sldChg>
      <pc:sldChg chg="new del">
        <pc:chgData name="Aaron Albrecht" userId="c917991d526aeecd" providerId="LiveId" clId="{7A24E559-8CE5-4EF2-89DA-93FD035FBE94}" dt="2026-08-16T23:48:14.189" v="2497" actId="47"/>
        <pc:sldMkLst>
          <pc:docMk/>
          <pc:sldMk cId="758407221" sldId="305"/>
        </pc:sldMkLst>
      </pc:sldChg>
      <pc:sldChg chg="addSp delSp modSp new mod">
        <pc:chgData name="Aaron Albrecht" userId="c917991d526aeecd" providerId="LiveId" clId="{7A24E559-8CE5-4EF2-89DA-93FD035FBE94}" dt="2026-08-17T00:18:41.489" v="3963" actId="20577"/>
        <pc:sldMkLst>
          <pc:docMk/>
          <pc:sldMk cId="2737446989" sldId="305"/>
        </pc:sldMkLst>
        <pc:spChg chg="del">
          <ac:chgData name="Aaron Albrecht" userId="c917991d526aeecd" providerId="LiveId" clId="{7A24E559-8CE5-4EF2-89DA-93FD035FBE94}" dt="2026-08-16T23:56:48.546" v="2639" actId="478"/>
          <ac:spMkLst>
            <pc:docMk/>
            <pc:sldMk cId="2737446989" sldId="305"/>
            <ac:spMk id="2" creationId="{F029C08E-6941-3433-66AE-DF4CC7C6113C}"/>
          </ac:spMkLst>
        </pc:spChg>
        <pc:spChg chg="del">
          <ac:chgData name="Aaron Albrecht" userId="c917991d526aeecd" providerId="LiveId" clId="{7A24E559-8CE5-4EF2-89DA-93FD035FBE94}" dt="2026-08-16T23:57:10.150" v="2642" actId="478"/>
          <ac:spMkLst>
            <pc:docMk/>
            <pc:sldMk cId="2737446989" sldId="305"/>
            <ac:spMk id="3" creationId="{74B6072D-AB20-311A-2C24-594BA926313A}"/>
          </ac:spMkLst>
        </pc:spChg>
        <pc:spChg chg="mod">
          <ac:chgData name="Aaron Albrecht" userId="c917991d526aeecd" providerId="LiveId" clId="{7A24E559-8CE5-4EF2-89DA-93FD035FBE94}" dt="2026-08-17T00:03:55.749" v="3028" actId="14100"/>
          <ac:spMkLst>
            <pc:docMk/>
            <pc:sldMk cId="2737446989" sldId="305"/>
            <ac:spMk id="4" creationId="{55AAFDE0-A87A-E22D-A9BC-DCD9E244C7C1}"/>
          </ac:spMkLst>
        </pc:spChg>
        <pc:spChg chg="add mod">
          <ac:chgData name="Aaron Albrecht" userId="c917991d526aeecd" providerId="LiveId" clId="{7A24E559-8CE5-4EF2-89DA-93FD035FBE94}" dt="2026-08-16T23:57:05.359" v="2641" actId="255"/>
          <ac:spMkLst>
            <pc:docMk/>
            <pc:sldMk cId="2737446989" sldId="305"/>
            <ac:spMk id="6" creationId="{E32C0E0C-0D94-B602-9AA9-641A3DA4C0A7}"/>
          </ac:spMkLst>
        </pc:spChg>
        <pc:spChg chg="add del mod">
          <ac:chgData name="Aaron Albrecht" userId="c917991d526aeecd" providerId="LiveId" clId="{7A24E559-8CE5-4EF2-89DA-93FD035FBE94}" dt="2026-08-17T00:18:41.489" v="3963" actId="20577"/>
          <ac:spMkLst>
            <pc:docMk/>
            <pc:sldMk cId="2737446989" sldId="305"/>
            <ac:spMk id="7" creationId="{E98BFAEE-6455-1AF7-3FCC-3B7AAD53ACA9}"/>
          </ac:spMkLst>
        </pc:spChg>
      </pc:sldChg>
      <pc:sldChg chg="addSp delSp modSp new del mod ord">
        <pc:chgData name="Aaron Albrecht" userId="c917991d526aeecd" providerId="LiveId" clId="{7A24E559-8CE5-4EF2-89DA-93FD035FBE94}" dt="2026-08-16T23:56:17.079" v="2637" actId="47"/>
        <pc:sldMkLst>
          <pc:docMk/>
          <pc:sldMk cId="3149027265" sldId="305"/>
        </pc:sldMkLst>
        <pc:spChg chg="del">
          <ac:chgData name="Aaron Albrecht" userId="c917991d526aeecd" providerId="LiveId" clId="{7A24E559-8CE5-4EF2-89DA-93FD035FBE94}" dt="2026-08-16T23:55:25.686" v="2626" actId="478"/>
          <ac:spMkLst>
            <pc:docMk/>
            <pc:sldMk cId="3149027265" sldId="305"/>
            <ac:spMk id="2" creationId="{EF67FBC2-9972-5405-8125-154FFF454A9B}"/>
          </ac:spMkLst>
        </pc:spChg>
        <pc:spChg chg="del">
          <ac:chgData name="Aaron Albrecht" userId="c917991d526aeecd" providerId="LiveId" clId="{7A24E559-8CE5-4EF2-89DA-93FD035FBE94}" dt="2026-08-16T23:55:21.894" v="2625" actId="478"/>
          <ac:spMkLst>
            <pc:docMk/>
            <pc:sldMk cId="3149027265" sldId="305"/>
            <ac:spMk id="3" creationId="{B56969D1-9B06-EFA1-F1BE-A987EF289881}"/>
          </ac:spMkLst>
        </pc:spChg>
        <pc:spChg chg="add mod">
          <ac:chgData name="Aaron Albrecht" userId="c917991d526aeecd" providerId="LiveId" clId="{7A24E559-8CE5-4EF2-89DA-93FD035FBE94}" dt="2026-08-16T23:55:50.569" v="2634" actId="27636"/>
          <ac:spMkLst>
            <pc:docMk/>
            <pc:sldMk cId="3149027265" sldId="305"/>
            <ac:spMk id="5" creationId="{5E296221-0004-5875-06DD-3E2816C91243}"/>
          </ac:spMkLst>
        </pc:spChg>
      </pc:sldChg>
      <pc:sldChg chg="delSp modSp new mod">
        <pc:chgData name="Aaron Albrecht" userId="c917991d526aeecd" providerId="LiveId" clId="{7A24E559-8CE5-4EF2-89DA-93FD035FBE94}" dt="2026-08-17T00:40:46.850" v="4790" actId="20577"/>
        <pc:sldMkLst>
          <pc:docMk/>
          <pc:sldMk cId="1955638867" sldId="306"/>
        </pc:sldMkLst>
        <pc:spChg chg="mod">
          <ac:chgData name="Aaron Albrecht" userId="c917991d526aeecd" providerId="LiveId" clId="{7A24E559-8CE5-4EF2-89DA-93FD035FBE94}" dt="2026-08-17T00:21:07.373" v="3987" actId="1076"/>
          <ac:spMkLst>
            <pc:docMk/>
            <pc:sldMk cId="1955638867" sldId="306"/>
            <ac:spMk id="2" creationId="{964BE535-6B54-825C-C6AD-0BE429E94C20}"/>
          </ac:spMkLst>
        </pc:spChg>
        <pc:spChg chg="mod">
          <ac:chgData name="Aaron Albrecht" userId="c917991d526aeecd" providerId="LiveId" clId="{7A24E559-8CE5-4EF2-89DA-93FD035FBE94}" dt="2026-08-17T00:40:46.850" v="4790" actId="20577"/>
          <ac:spMkLst>
            <pc:docMk/>
            <pc:sldMk cId="1955638867" sldId="306"/>
            <ac:spMk id="3" creationId="{8291E4CF-50F0-A074-C742-E1D79EBBC634}"/>
          </ac:spMkLst>
        </pc:spChg>
        <pc:spChg chg="del">
          <ac:chgData name="Aaron Albrecht" userId="c917991d526aeecd" providerId="LiveId" clId="{7A24E559-8CE5-4EF2-89DA-93FD035FBE94}" dt="2026-08-17T00:22:55.004" v="3988" actId="478"/>
          <ac:spMkLst>
            <pc:docMk/>
            <pc:sldMk cId="1955638867" sldId="306"/>
            <ac:spMk id="4" creationId="{E4A6E6B9-3CD7-A9FB-9E10-49D243C400D2}"/>
          </ac:spMkLst>
        </pc:spChg>
      </pc:sldChg>
      <pc:sldChg chg="modSp new mod">
        <pc:chgData name="Aaron Albrecht" userId="c917991d526aeecd" providerId="LiveId" clId="{7A24E559-8CE5-4EF2-89DA-93FD035FBE94}" dt="2026-08-17T00:47:16.087" v="5299" actId="20577"/>
        <pc:sldMkLst>
          <pc:docMk/>
          <pc:sldMk cId="2942125338" sldId="307"/>
        </pc:sldMkLst>
        <pc:spChg chg="mod">
          <ac:chgData name="Aaron Albrecht" userId="c917991d526aeecd" providerId="LiveId" clId="{7A24E559-8CE5-4EF2-89DA-93FD035FBE94}" dt="2026-08-17T00:42:27.375" v="4814" actId="1076"/>
          <ac:spMkLst>
            <pc:docMk/>
            <pc:sldMk cId="2942125338" sldId="307"/>
            <ac:spMk id="2" creationId="{77923556-D14E-F9C2-16E1-56374F5F59CF}"/>
          </ac:spMkLst>
        </pc:spChg>
        <pc:spChg chg="mod">
          <ac:chgData name="Aaron Albrecht" userId="c917991d526aeecd" providerId="LiveId" clId="{7A24E559-8CE5-4EF2-89DA-93FD035FBE94}" dt="2026-08-17T00:47:16.087" v="5299" actId="20577"/>
          <ac:spMkLst>
            <pc:docMk/>
            <pc:sldMk cId="2942125338" sldId="307"/>
            <ac:spMk id="3" creationId="{B24ED0DE-8D69-E8ED-8DF1-DA9EB85A4EEB}"/>
          </ac:spMkLst>
        </pc:spChg>
      </pc:sldChg>
      <pc:sldMasterChg chg="delSldLayout">
        <pc:chgData name="Aaron Albrecht" userId="c917991d526aeecd" providerId="LiveId" clId="{7A24E559-8CE5-4EF2-89DA-93FD035FBE94}" dt="2026-08-16T23:09:16.346" v="1576" actId="47"/>
        <pc:sldMasterMkLst>
          <pc:docMk/>
          <pc:sldMasterMk cId="2020574204" sldId="2147483648"/>
        </pc:sldMasterMkLst>
        <pc:sldLayoutChg chg="del">
          <pc:chgData name="Aaron Albrecht" userId="c917991d526aeecd" providerId="LiveId" clId="{7A24E559-8CE5-4EF2-89DA-93FD035FBE94}" dt="2026-08-16T23:09:14.761" v="1575" actId="47"/>
          <pc:sldLayoutMkLst>
            <pc:docMk/>
            <pc:sldMasterMk cId="2020574204" sldId="2147483648"/>
            <pc:sldLayoutMk cId="924390820" sldId="2147483672"/>
          </pc:sldLayoutMkLst>
        </pc:sldLayoutChg>
        <pc:sldLayoutChg chg="del">
          <pc:chgData name="Aaron Albrecht" userId="c917991d526aeecd" providerId="LiveId" clId="{7A24E559-8CE5-4EF2-89DA-93FD035FBE94}" dt="2026-08-16T23:09:16.346" v="1576" actId="47"/>
          <pc:sldLayoutMkLst>
            <pc:docMk/>
            <pc:sldMasterMk cId="2020574204" sldId="2147483648"/>
            <pc:sldLayoutMk cId="389171272" sldId="214748367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8/16/2026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8/16/2026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11</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software-engineering/agile-sdlc-software-development-life-cycle/"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hyperlink" Target="https://www.tutorialspoint.com/sdlc/sdlc_waterfall_model.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71453" y="1041149"/>
            <a:ext cx="2938820" cy="2018922"/>
          </a:xfrm>
        </p:spPr>
        <p:txBody>
          <a:bodyPr lIns="0" anchor="b" anchorCtr="0"/>
          <a:lstStyle/>
          <a:p>
            <a:r>
              <a:rPr lang="en-US" altLang="zh-CN" dirty="0"/>
              <a:t>The Agile Approach</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Aaron Albrecht</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sz="6000"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4" y="3429000"/>
            <a:ext cx="3713461" cy="3035174"/>
          </a:xfrm>
        </p:spPr>
        <p:txBody>
          <a:bodyPr anchor="t" anchorCtr="0">
            <a:normAutofit/>
          </a:bodyPr>
          <a:lstStyle/>
          <a:p>
            <a:r>
              <a:rPr lang="en-US" sz="2400" dirty="0"/>
              <a:t>Agile Roles</a:t>
            </a:r>
          </a:p>
          <a:p>
            <a:r>
              <a:rPr lang="en-US" sz="2400" dirty="0"/>
              <a:t>SDLC Phases in Agile</a:t>
            </a:r>
          </a:p>
          <a:p>
            <a:r>
              <a:rPr lang="en-US" sz="2400" dirty="0"/>
              <a:t>Waterfall Approach</a:t>
            </a:r>
          </a:p>
          <a:p>
            <a:r>
              <a:rPr lang="en-US" sz="2400" dirty="0"/>
              <a:t>Waterfall vs Agile</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2734146" y="1794397"/>
            <a:ext cx="5685576" cy="690598"/>
          </a:xfrm>
          <a:noFill/>
        </p:spPr>
        <p:txBody>
          <a:bodyPr anchor="t" anchorCtr="0">
            <a:noAutofit/>
          </a:bodyPr>
          <a:lstStyle/>
          <a:p>
            <a:r>
              <a:rPr lang="en-US" dirty="0"/>
              <a:t>Scrum-Agile Team Roles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164969" y="2608304"/>
            <a:ext cx="5029200" cy="3456342"/>
          </a:xfrm>
          <a:noFill/>
        </p:spPr>
        <p:txBody>
          <a:bodyPr>
            <a:normAutofit/>
          </a:bodyPr>
          <a:lstStyle/>
          <a:p>
            <a:pPr marL="0" indent="0" algn="ctr">
              <a:buNone/>
            </a:pPr>
            <a:r>
              <a:rPr lang="en-US" sz="2400" dirty="0"/>
              <a:t>Product Owner</a:t>
            </a:r>
          </a:p>
          <a:p>
            <a:r>
              <a:rPr lang="en-US" dirty="0"/>
              <a:t>Optimizes value of development team’s work</a:t>
            </a:r>
          </a:p>
          <a:p>
            <a:r>
              <a:rPr lang="en-US" dirty="0"/>
              <a:t>Orders items in product backlog to achieve goals</a:t>
            </a:r>
          </a:p>
          <a:p>
            <a:r>
              <a:rPr lang="en-US" dirty="0"/>
              <a:t>Clearly expresses product backlog items</a:t>
            </a:r>
          </a:p>
          <a:p>
            <a:r>
              <a:rPr lang="en-US" dirty="0"/>
              <a:t>Ensures product backlog is visible, transparent, and clear to all</a:t>
            </a:r>
          </a:p>
          <a:p>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3</a:t>
            </a:fld>
            <a:endParaRPr lang="en-US" dirty="0"/>
          </a:p>
        </p:txBody>
      </p:sp>
      <p:sp>
        <p:nvSpPr>
          <p:cNvPr id="5" name="Content Placeholder 2">
            <a:extLst>
              <a:ext uri="{FF2B5EF4-FFF2-40B4-BE49-F238E27FC236}">
                <a16:creationId xmlns:a16="http://schemas.microsoft.com/office/drawing/2014/main" id="{26A84B34-102A-5406-C06B-13C639BA35DA}"/>
              </a:ext>
            </a:extLst>
          </p:cNvPr>
          <p:cNvSpPr txBox="1">
            <a:spLocks/>
          </p:cNvSpPr>
          <p:nvPr/>
        </p:nvSpPr>
        <p:spPr>
          <a:xfrm>
            <a:off x="677177" y="2608304"/>
            <a:ext cx="5029200" cy="3383280"/>
          </a:xfrm>
          <a:prstGeom prst="rect">
            <a:avLst/>
          </a:prstGeom>
          <a:noFill/>
        </p:spPr>
        <p:txBody>
          <a:bodyPr vert="horz" lIns="91440" tIns="45720" rIns="91440" bIns="45720" rtlCol="0">
            <a:normAutofit lnSpcReduction="10000"/>
          </a:bodyPr>
          <a:lstStyle>
            <a:lvl1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Scrum Master</a:t>
            </a:r>
          </a:p>
          <a:p>
            <a:r>
              <a:rPr lang="en-US" dirty="0"/>
              <a:t>Ensures effective backlog management</a:t>
            </a:r>
          </a:p>
          <a:p>
            <a:r>
              <a:rPr lang="en-US" dirty="0"/>
              <a:t>Coaches development team in self-organization and cross-functionality</a:t>
            </a:r>
          </a:p>
          <a:p>
            <a:r>
              <a:rPr lang="en-US" dirty="0"/>
              <a:t>Helps development team create high-value products</a:t>
            </a:r>
          </a:p>
          <a:p>
            <a:r>
              <a:rPr lang="en-US" dirty="0"/>
              <a:t>Leads and coaches organization in scrum adoption/plans scrum implementation, </a:t>
            </a:r>
          </a:p>
          <a:p>
            <a:r>
              <a:rPr lang="en-US" dirty="0"/>
              <a:t>helps employees and stakeholders understand and enact Scrum</a:t>
            </a:r>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A6937F-189A-39D6-2AD6-A2AA143AB2F8}"/>
              </a:ext>
            </a:extLst>
          </p:cNvPr>
          <p:cNvSpPr>
            <a:spLocks noGrp="1"/>
          </p:cNvSpPr>
          <p:nvPr>
            <p:ph type="sldNum" sz="quarter" idx="12"/>
          </p:nvPr>
        </p:nvSpPr>
        <p:spPr/>
        <p:txBody>
          <a:bodyPr/>
          <a:lstStyle/>
          <a:p>
            <a:fld id="{69E57DC2-970A-4B3E-BB1C-7A09969E49DF}" type="slidenum">
              <a:rPr lang="en-US" smtClean="0"/>
              <a:t>4</a:t>
            </a:fld>
            <a:endParaRPr lang="en-US" dirty="0"/>
          </a:p>
        </p:txBody>
      </p:sp>
      <p:sp>
        <p:nvSpPr>
          <p:cNvPr id="6" name="Content Placeholder 2">
            <a:extLst>
              <a:ext uri="{FF2B5EF4-FFF2-40B4-BE49-F238E27FC236}">
                <a16:creationId xmlns:a16="http://schemas.microsoft.com/office/drawing/2014/main" id="{DF1EFA8D-C98D-78CD-685E-6AAD9CAB1641}"/>
              </a:ext>
            </a:extLst>
          </p:cNvPr>
          <p:cNvSpPr txBox="1">
            <a:spLocks/>
          </p:cNvSpPr>
          <p:nvPr/>
        </p:nvSpPr>
        <p:spPr>
          <a:xfrm>
            <a:off x="677177" y="2608304"/>
            <a:ext cx="5029200" cy="3383280"/>
          </a:xfrm>
          <a:prstGeom prst="rect">
            <a:avLst/>
          </a:prstGeom>
          <a:noFill/>
        </p:spPr>
        <p:txBody>
          <a:bodyPr vert="horz" lIns="91440" tIns="45720" rIns="91440" bIns="45720" rtlCol="0">
            <a:normAutofit/>
          </a:bodyPr>
          <a:lstStyle>
            <a:lvl1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Developer</a:t>
            </a:r>
          </a:p>
          <a:p>
            <a:r>
              <a:rPr lang="en-US" dirty="0"/>
              <a:t>Designs and develops code according best practices</a:t>
            </a:r>
          </a:p>
          <a:p>
            <a:r>
              <a:rPr lang="en-US" dirty="0"/>
              <a:t>Turns product backlog into functioning code</a:t>
            </a:r>
          </a:p>
          <a:p>
            <a:r>
              <a:rPr lang="en-US" dirty="0"/>
              <a:t>Self-organized with no individual titles or subgroups</a:t>
            </a:r>
          </a:p>
          <a:p>
            <a:r>
              <a:rPr lang="en-US" dirty="0"/>
              <a:t>Accountability is on the team as a whole, not an individual</a:t>
            </a:r>
          </a:p>
          <a:p>
            <a:endParaRPr lang="en-US" dirty="0"/>
          </a:p>
        </p:txBody>
      </p:sp>
      <p:sp>
        <p:nvSpPr>
          <p:cNvPr id="8" name="Content Placeholder 2">
            <a:extLst>
              <a:ext uri="{FF2B5EF4-FFF2-40B4-BE49-F238E27FC236}">
                <a16:creationId xmlns:a16="http://schemas.microsoft.com/office/drawing/2014/main" id="{00F7114C-659E-1806-EACC-F5CDFD40A96C}"/>
              </a:ext>
            </a:extLst>
          </p:cNvPr>
          <p:cNvSpPr txBox="1">
            <a:spLocks/>
          </p:cNvSpPr>
          <p:nvPr/>
        </p:nvSpPr>
        <p:spPr>
          <a:xfrm>
            <a:off x="5917625" y="2608304"/>
            <a:ext cx="5029200" cy="3383280"/>
          </a:xfrm>
          <a:prstGeom prst="rect">
            <a:avLst/>
          </a:prstGeom>
          <a:noFill/>
        </p:spPr>
        <p:txBody>
          <a:bodyPr vert="horz" lIns="91440" tIns="45720" rIns="91440" bIns="45720" rtlCol="0">
            <a:normAutofit/>
          </a:bodyPr>
          <a:lstStyle>
            <a:lvl1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Tester</a:t>
            </a:r>
          </a:p>
          <a:p>
            <a:r>
              <a:rPr lang="en-US" dirty="0"/>
              <a:t>Defines acceptance criteria</a:t>
            </a:r>
          </a:p>
          <a:p>
            <a:r>
              <a:rPr lang="en-US" dirty="0"/>
              <a:t>Clarifies ambiguity in user stories</a:t>
            </a:r>
          </a:p>
          <a:p>
            <a:r>
              <a:rPr lang="en-US" dirty="0"/>
              <a:t>Executes the code and tests the results</a:t>
            </a:r>
          </a:p>
          <a:p>
            <a:r>
              <a:rPr lang="en-US" dirty="0"/>
              <a:t>Collaborates with team to resolve any errors or bugs within the code</a:t>
            </a:r>
          </a:p>
        </p:txBody>
      </p:sp>
      <p:sp>
        <p:nvSpPr>
          <p:cNvPr id="9" name="Title 1">
            <a:extLst>
              <a:ext uri="{FF2B5EF4-FFF2-40B4-BE49-F238E27FC236}">
                <a16:creationId xmlns:a16="http://schemas.microsoft.com/office/drawing/2014/main" id="{078E47A9-C875-4863-9C49-1E0F934F520A}"/>
              </a:ext>
            </a:extLst>
          </p:cNvPr>
          <p:cNvSpPr>
            <a:spLocks noGrp="1"/>
          </p:cNvSpPr>
          <p:nvPr>
            <p:ph type="title"/>
          </p:nvPr>
        </p:nvSpPr>
        <p:spPr>
          <a:xfrm>
            <a:off x="2734146" y="1794397"/>
            <a:ext cx="5685576" cy="690598"/>
          </a:xfrm>
          <a:noFill/>
        </p:spPr>
        <p:txBody>
          <a:bodyPr anchor="t" anchorCtr="0">
            <a:noAutofit/>
          </a:bodyPr>
          <a:lstStyle/>
          <a:p>
            <a:r>
              <a:rPr lang="en-US" dirty="0"/>
              <a:t>Scrum-Agile Team Roles</a:t>
            </a:r>
          </a:p>
        </p:txBody>
      </p:sp>
    </p:spTree>
    <p:extLst>
      <p:ext uri="{BB962C8B-B14F-4D97-AF65-F5344CB8AC3E}">
        <p14:creationId xmlns:p14="http://schemas.microsoft.com/office/powerpoint/2010/main" val="574503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82346-8B2F-C7FA-AA2A-F1B2022742CB}"/>
              </a:ext>
            </a:extLst>
          </p:cNvPr>
          <p:cNvSpPr>
            <a:spLocks noGrp="1"/>
          </p:cNvSpPr>
          <p:nvPr>
            <p:ph type="title"/>
          </p:nvPr>
        </p:nvSpPr>
        <p:spPr>
          <a:xfrm>
            <a:off x="2353902" y="274955"/>
            <a:ext cx="9076008" cy="761396"/>
          </a:xfrm>
        </p:spPr>
        <p:txBody>
          <a:bodyPr>
            <a:normAutofit/>
          </a:bodyPr>
          <a:lstStyle/>
          <a:p>
            <a:r>
              <a:rPr lang="en-US" sz="4000" dirty="0"/>
              <a:t>Agile Phases of the SDLC</a:t>
            </a:r>
          </a:p>
        </p:txBody>
      </p:sp>
      <p:sp>
        <p:nvSpPr>
          <p:cNvPr id="3" name="Content Placeholder 2">
            <a:extLst>
              <a:ext uri="{FF2B5EF4-FFF2-40B4-BE49-F238E27FC236}">
                <a16:creationId xmlns:a16="http://schemas.microsoft.com/office/drawing/2014/main" id="{0F08799F-1B9B-790A-89D8-EA1F0171A3A9}"/>
              </a:ext>
            </a:extLst>
          </p:cNvPr>
          <p:cNvSpPr>
            <a:spLocks noGrp="1"/>
          </p:cNvSpPr>
          <p:nvPr>
            <p:ph idx="14"/>
          </p:nvPr>
        </p:nvSpPr>
        <p:spPr>
          <a:xfrm>
            <a:off x="3168714" y="1167897"/>
            <a:ext cx="8484048" cy="5050023"/>
          </a:xfrm>
        </p:spPr>
        <p:txBody>
          <a:bodyPr>
            <a:normAutofit lnSpcReduction="10000"/>
          </a:bodyPr>
          <a:lstStyle/>
          <a:p>
            <a:r>
              <a:rPr lang="en-US" sz="1200" dirty="0"/>
              <a:t>Requirement Gathering</a:t>
            </a:r>
          </a:p>
          <a:p>
            <a:pPr lvl="1">
              <a:buFont typeface="Arial" panose="020B0604020202020204" pitchFamily="34" charset="0"/>
              <a:buChar char="•"/>
            </a:pPr>
            <a:r>
              <a:rPr lang="en-US" sz="1200" dirty="0"/>
              <a:t>understand and prioritize needs for the project</a:t>
            </a:r>
          </a:p>
          <a:p>
            <a:r>
              <a:rPr lang="en-US" sz="1200" dirty="0"/>
              <a:t>Design</a:t>
            </a:r>
          </a:p>
          <a:p>
            <a:pPr lvl="1">
              <a:buFont typeface="Arial" panose="020B0604020202020204" pitchFamily="34" charset="0"/>
              <a:buChar char="•"/>
            </a:pPr>
            <a:r>
              <a:rPr lang="en-US" sz="1200" dirty="0"/>
              <a:t>Requirements are translated into actionable tasks</a:t>
            </a:r>
          </a:p>
          <a:p>
            <a:pPr lvl="1">
              <a:buFont typeface="Arial" panose="020B0604020202020204" pitchFamily="34" charset="0"/>
              <a:buChar char="•"/>
            </a:pPr>
            <a:r>
              <a:rPr lang="en-US" sz="1200" dirty="0"/>
              <a:t>Develop visual representations to get early feedback to ensure alignment with stakeholder expectations</a:t>
            </a:r>
          </a:p>
          <a:p>
            <a:r>
              <a:rPr lang="en-US" sz="1200" dirty="0"/>
              <a:t>Coding</a:t>
            </a:r>
          </a:p>
          <a:p>
            <a:pPr lvl="1">
              <a:buFont typeface="Arial" panose="020B0604020202020204" pitchFamily="34" charset="0"/>
              <a:buChar char="•"/>
            </a:pPr>
            <a:r>
              <a:rPr lang="en-US" sz="1200" dirty="0"/>
              <a:t>Development team implements software in short, iterative cycles called sprints</a:t>
            </a:r>
          </a:p>
          <a:p>
            <a:pPr lvl="1">
              <a:buFont typeface="Arial" panose="020B0604020202020204" pitchFamily="34" charset="0"/>
              <a:buChar char="•"/>
            </a:pPr>
            <a:r>
              <a:rPr lang="en-US" sz="1200" dirty="0"/>
              <a:t>Each sprint focuses on delivering small, functional increments of the product</a:t>
            </a:r>
          </a:p>
          <a:p>
            <a:r>
              <a:rPr lang="en-US" sz="1200" dirty="0"/>
              <a:t>Testing</a:t>
            </a:r>
          </a:p>
          <a:p>
            <a:pPr lvl="1">
              <a:buFont typeface="Arial" panose="020B0604020202020204" pitchFamily="34" charset="0"/>
              <a:buChar char="•"/>
            </a:pPr>
            <a:r>
              <a:rPr lang="en-US" sz="1200" dirty="0"/>
              <a:t>Ensures quality and functionality of software</a:t>
            </a:r>
          </a:p>
          <a:p>
            <a:r>
              <a:rPr lang="en-US" sz="1200" dirty="0"/>
              <a:t>Deployment</a:t>
            </a:r>
          </a:p>
          <a:p>
            <a:pPr lvl="1">
              <a:buFont typeface="Arial" panose="020B0604020202020204" pitchFamily="34" charset="0"/>
              <a:buChar char="•"/>
            </a:pPr>
            <a:r>
              <a:rPr lang="en-US" sz="1200" dirty="0"/>
              <a:t>Releasing the software increments to production frequently and reliably</a:t>
            </a:r>
          </a:p>
          <a:p>
            <a:r>
              <a:rPr lang="en-US" sz="1200" dirty="0"/>
              <a:t>Feedback</a:t>
            </a:r>
          </a:p>
          <a:p>
            <a:pPr lvl="1">
              <a:buFont typeface="Arial" panose="020B0604020202020204" pitchFamily="34" charset="0"/>
              <a:buChar char="•"/>
            </a:pPr>
            <a:r>
              <a:rPr lang="en-US" sz="1200" dirty="0"/>
              <a:t>Crucial for continuous improvement</a:t>
            </a:r>
          </a:p>
          <a:p>
            <a:pPr lvl="1">
              <a:buFont typeface="Arial" panose="020B0604020202020204" pitchFamily="34" charset="0"/>
              <a:buChar char="•"/>
            </a:pPr>
            <a:r>
              <a:rPr lang="en-US" sz="1200" dirty="0"/>
              <a:t>Stake holders and end-users provide feedback through surveys, direct communication, and analytics</a:t>
            </a:r>
          </a:p>
        </p:txBody>
      </p:sp>
      <p:sp>
        <p:nvSpPr>
          <p:cNvPr id="5" name="Slide Number Placeholder 4">
            <a:extLst>
              <a:ext uri="{FF2B5EF4-FFF2-40B4-BE49-F238E27FC236}">
                <a16:creationId xmlns:a16="http://schemas.microsoft.com/office/drawing/2014/main" id="{64DB1955-D579-D409-3D00-44AD5707198B}"/>
              </a:ext>
            </a:extLst>
          </p:cNvPr>
          <p:cNvSpPr>
            <a:spLocks noGrp="1"/>
          </p:cNvSpPr>
          <p:nvPr>
            <p:ph type="sldNum" sz="quarter" idx="40"/>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3208720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5C4E407-0A76-7BD5-231C-9B016887A34A}"/>
              </a:ext>
            </a:extLst>
          </p:cNvPr>
          <p:cNvSpPr>
            <a:spLocks noGrp="1"/>
          </p:cNvSpPr>
          <p:nvPr>
            <p:ph type="sldNum" sz="quarter" idx="40"/>
          </p:nvPr>
        </p:nvSpPr>
        <p:spPr/>
        <p:txBody>
          <a:bodyPr/>
          <a:lstStyle/>
          <a:p>
            <a:fld id="{47FEACEE-25B4-4A2D-B147-27296E36371D}" type="slidenum">
              <a:rPr lang="en-US" altLang="zh-CN" noProof="0" smtClean="0"/>
              <a:pPr/>
              <a:t>6</a:t>
            </a:fld>
            <a:endParaRPr lang="en-US" altLang="zh-CN" noProof="0" dirty="0"/>
          </a:p>
        </p:txBody>
      </p:sp>
      <p:pic>
        <p:nvPicPr>
          <p:cNvPr id="7" name="Picture 6" descr="Phases-of-Agile-SDLC">
            <a:extLst>
              <a:ext uri="{FF2B5EF4-FFF2-40B4-BE49-F238E27FC236}">
                <a16:creationId xmlns:a16="http://schemas.microsoft.com/office/drawing/2014/main" id="{C4086490-D1C7-C52C-A805-4642C133032F}"/>
              </a:ext>
            </a:extLst>
          </p:cNvPr>
          <p:cNvPicPr>
            <a:picLocks noChangeAspect="1"/>
          </p:cNvPicPr>
          <p:nvPr/>
        </p:nvPicPr>
        <p:blipFill>
          <a:blip r:embed="rId2"/>
          <a:stretch>
            <a:fillRect/>
          </a:stretch>
        </p:blipFill>
        <p:spPr>
          <a:xfrm>
            <a:off x="3422209" y="1448555"/>
            <a:ext cx="7025489" cy="4561136"/>
          </a:xfrm>
          <a:prstGeom prst="rect">
            <a:avLst/>
          </a:prstGeom>
        </p:spPr>
      </p:pic>
      <p:sp>
        <p:nvSpPr>
          <p:cNvPr id="8" name="Title 1">
            <a:extLst>
              <a:ext uri="{FF2B5EF4-FFF2-40B4-BE49-F238E27FC236}">
                <a16:creationId xmlns:a16="http://schemas.microsoft.com/office/drawing/2014/main" id="{E9FAC4EB-82A3-1E08-8B9F-C9BD311AEE3E}"/>
              </a:ext>
            </a:extLst>
          </p:cNvPr>
          <p:cNvSpPr txBox="1">
            <a:spLocks/>
          </p:cNvSpPr>
          <p:nvPr/>
        </p:nvSpPr>
        <p:spPr>
          <a:xfrm>
            <a:off x="2353902" y="274955"/>
            <a:ext cx="9076008" cy="76139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en-US" sz="4000" dirty="0"/>
              <a:t>Agile Phases of the SDLC</a:t>
            </a:r>
          </a:p>
        </p:txBody>
      </p:sp>
    </p:spTree>
    <p:extLst>
      <p:ext uri="{BB962C8B-B14F-4D97-AF65-F5344CB8AC3E}">
        <p14:creationId xmlns:p14="http://schemas.microsoft.com/office/powerpoint/2010/main" val="207870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D72AC-D384-DB01-7195-61EEC7933094}"/>
              </a:ext>
            </a:extLst>
          </p:cNvPr>
          <p:cNvSpPr>
            <a:spLocks noGrp="1"/>
          </p:cNvSpPr>
          <p:nvPr>
            <p:ph type="title"/>
          </p:nvPr>
        </p:nvSpPr>
        <p:spPr>
          <a:xfrm>
            <a:off x="972275" y="443620"/>
            <a:ext cx="8126457" cy="1032095"/>
          </a:xfrm>
        </p:spPr>
        <p:txBody>
          <a:bodyPr/>
          <a:lstStyle/>
          <a:p>
            <a:r>
              <a:rPr lang="en-US" dirty="0"/>
              <a:t>The Waterfall Method</a:t>
            </a:r>
          </a:p>
        </p:txBody>
      </p:sp>
      <p:pic>
        <p:nvPicPr>
          <p:cNvPr id="5" name="Picture 4" descr="SDLC Waterfall Model">
            <a:extLst>
              <a:ext uri="{FF2B5EF4-FFF2-40B4-BE49-F238E27FC236}">
                <a16:creationId xmlns:a16="http://schemas.microsoft.com/office/drawing/2014/main" id="{C36A3F43-9AB0-9A93-E09E-085F41C83327}"/>
              </a:ext>
            </a:extLst>
          </p:cNvPr>
          <p:cNvPicPr>
            <a:picLocks noChangeAspect="1"/>
          </p:cNvPicPr>
          <p:nvPr/>
        </p:nvPicPr>
        <p:blipFill>
          <a:blip r:embed="rId2"/>
          <a:stretch>
            <a:fillRect/>
          </a:stretch>
        </p:blipFill>
        <p:spPr>
          <a:xfrm>
            <a:off x="1365941" y="1675410"/>
            <a:ext cx="7922913" cy="4175761"/>
          </a:xfrm>
          <a:prstGeom prst="rect">
            <a:avLst/>
          </a:prstGeom>
        </p:spPr>
      </p:pic>
    </p:spTree>
    <p:extLst>
      <p:ext uri="{BB962C8B-B14F-4D97-AF65-F5344CB8AC3E}">
        <p14:creationId xmlns:p14="http://schemas.microsoft.com/office/powerpoint/2010/main" val="467699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5AAFDE0-A87A-E22D-A9BC-DCD9E244C7C1}"/>
              </a:ext>
            </a:extLst>
          </p:cNvPr>
          <p:cNvSpPr>
            <a:spLocks noGrp="1"/>
          </p:cNvSpPr>
          <p:nvPr>
            <p:ph idx="56"/>
          </p:nvPr>
        </p:nvSpPr>
        <p:spPr>
          <a:xfrm>
            <a:off x="972275" y="1796208"/>
            <a:ext cx="7067202" cy="1632792"/>
          </a:xfrm>
        </p:spPr>
        <p:txBody>
          <a:bodyPr>
            <a:normAutofit/>
          </a:bodyPr>
          <a:lstStyle/>
          <a:p>
            <a:pPr marL="285750" indent="-285750">
              <a:buFont typeface="Arial" panose="020B0604020202020204" pitchFamily="34" charset="0"/>
              <a:buChar char="•"/>
            </a:pPr>
            <a:r>
              <a:rPr lang="en-US" sz="1200" dirty="0"/>
              <a:t>The waterfall method was the earliest SDLC approach that was used for software development</a:t>
            </a:r>
          </a:p>
          <a:p>
            <a:pPr marL="285750" indent="-285750">
              <a:buFont typeface="Arial" panose="020B0604020202020204" pitchFamily="34" charset="0"/>
              <a:buChar char="•"/>
            </a:pPr>
            <a:r>
              <a:rPr lang="en-US" sz="1200" dirty="0"/>
              <a:t>The whole process is divided into separate phases that “cascade” from one to the next</a:t>
            </a:r>
          </a:p>
          <a:p>
            <a:pPr marL="285750" indent="-285750">
              <a:buFont typeface="Arial" panose="020B0604020202020204" pitchFamily="34" charset="0"/>
              <a:buChar char="•"/>
            </a:pPr>
            <a:r>
              <a:rPr lang="en-US" sz="1200" dirty="0"/>
              <a:t>The next phase is only started after the defined set of goals are achieved for the previous phase and is signed off</a:t>
            </a:r>
          </a:p>
          <a:p>
            <a:pPr marL="285750" indent="-285750">
              <a:buFont typeface="Arial" panose="020B0604020202020204" pitchFamily="34" charset="0"/>
              <a:buChar char="•"/>
            </a:pPr>
            <a:r>
              <a:rPr lang="en-US" sz="1200" dirty="0"/>
              <a:t>The phases do not overlap</a:t>
            </a:r>
          </a:p>
        </p:txBody>
      </p:sp>
      <p:sp>
        <p:nvSpPr>
          <p:cNvPr id="5" name="Slide Number Placeholder 4">
            <a:extLst>
              <a:ext uri="{FF2B5EF4-FFF2-40B4-BE49-F238E27FC236}">
                <a16:creationId xmlns:a16="http://schemas.microsoft.com/office/drawing/2014/main" id="{E1C95C74-8F3A-098B-7CC1-684360172036}"/>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
        <p:nvSpPr>
          <p:cNvPr id="6" name="Title 1">
            <a:extLst>
              <a:ext uri="{FF2B5EF4-FFF2-40B4-BE49-F238E27FC236}">
                <a16:creationId xmlns:a16="http://schemas.microsoft.com/office/drawing/2014/main" id="{E32C0E0C-0D94-B602-9AA9-641A3DA4C0A7}"/>
              </a:ext>
            </a:extLst>
          </p:cNvPr>
          <p:cNvSpPr>
            <a:spLocks noGrp="1"/>
          </p:cNvSpPr>
          <p:nvPr>
            <p:ph type="title"/>
          </p:nvPr>
        </p:nvSpPr>
        <p:spPr>
          <a:xfrm>
            <a:off x="972275" y="443620"/>
            <a:ext cx="8126457" cy="1032095"/>
          </a:xfrm>
        </p:spPr>
        <p:txBody>
          <a:bodyPr>
            <a:normAutofit/>
          </a:bodyPr>
          <a:lstStyle/>
          <a:p>
            <a:r>
              <a:rPr lang="en-US" sz="4800" dirty="0"/>
              <a:t>The Waterfall Method</a:t>
            </a:r>
          </a:p>
        </p:txBody>
      </p:sp>
      <p:sp>
        <p:nvSpPr>
          <p:cNvPr id="7" name="TextBox 6">
            <a:extLst>
              <a:ext uri="{FF2B5EF4-FFF2-40B4-BE49-F238E27FC236}">
                <a16:creationId xmlns:a16="http://schemas.microsoft.com/office/drawing/2014/main" id="{E98BFAEE-6455-1AF7-3FCC-3B7AAD53ACA9}"/>
              </a:ext>
            </a:extLst>
          </p:cNvPr>
          <p:cNvSpPr txBox="1"/>
          <p:nvPr/>
        </p:nvSpPr>
        <p:spPr>
          <a:xfrm>
            <a:off x="972274" y="3749493"/>
            <a:ext cx="6279551" cy="1569660"/>
          </a:xfrm>
          <a:prstGeom prst="rect">
            <a:avLst/>
          </a:prstGeom>
        </p:spPr>
        <p:txBody>
          <a:bodyPr wrap="square" rtlCol="0">
            <a:spAutoFit/>
          </a:bodyPr>
          <a:lstStyle/>
          <a:p>
            <a:pPr marL="0" indent="0">
              <a:lnSpc>
                <a:spcPct val="100000"/>
              </a:lnSpc>
              <a:spcBef>
                <a:spcPts val="0"/>
              </a:spcBef>
              <a:buFontTx/>
              <a:buNone/>
            </a:pPr>
            <a:r>
              <a:rPr lang="en-US" sz="1200" dirty="0">
                <a:solidFill>
                  <a:prstClr val="white"/>
                </a:solidFill>
                <a:latin typeface="Posterama" panose="020B0504020200020000" pitchFamily="34" charset="0"/>
                <a:ea typeface="微软雅黑"/>
                <a:cs typeface="Posterama" panose="020B0504020200020000" pitchFamily="34" charset="0"/>
              </a:rPr>
              <a:t>During the SNHU Travel project, the user stories had been initially set.  Then after feedback some adjustments to those stories were needed.  If the waterfall method had been used instead of agile, the whole process would be set back because the requirements and design would have changed stopping any progress until the previous steps are redone.  One of the changes the client had requested was for wellness and detox options because that has become a hot topic and popular among the customers.  Without having that direction already in place, the waterfall method required the team to go back and replan the requirements.</a:t>
            </a:r>
          </a:p>
        </p:txBody>
      </p:sp>
    </p:spTree>
    <p:extLst>
      <p:ext uri="{BB962C8B-B14F-4D97-AF65-F5344CB8AC3E}">
        <p14:creationId xmlns:p14="http://schemas.microsoft.com/office/powerpoint/2010/main" val="2737446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BE535-6B54-825C-C6AD-0BE429E94C20}"/>
              </a:ext>
            </a:extLst>
          </p:cNvPr>
          <p:cNvSpPr>
            <a:spLocks noGrp="1"/>
          </p:cNvSpPr>
          <p:nvPr>
            <p:ph type="title"/>
          </p:nvPr>
        </p:nvSpPr>
        <p:spPr>
          <a:xfrm>
            <a:off x="3306582" y="640080"/>
            <a:ext cx="5578836" cy="788557"/>
          </a:xfrm>
        </p:spPr>
        <p:txBody>
          <a:bodyPr>
            <a:normAutofit/>
          </a:bodyPr>
          <a:lstStyle/>
          <a:p>
            <a:r>
              <a:rPr lang="en-US" sz="4800" dirty="0"/>
              <a:t>Waterfall vs Agile</a:t>
            </a:r>
          </a:p>
        </p:txBody>
      </p:sp>
      <p:sp>
        <p:nvSpPr>
          <p:cNvPr id="3" name="Content Placeholder 2">
            <a:extLst>
              <a:ext uri="{FF2B5EF4-FFF2-40B4-BE49-F238E27FC236}">
                <a16:creationId xmlns:a16="http://schemas.microsoft.com/office/drawing/2014/main" id="{8291E4CF-50F0-A074-C742-E1D79EBBC634}"/>
              </a:ext>
            </a:extLst>
          </p:cNvPr>
          <p:cNvSpPr>
            <a:spLocks noGrp="1"/>
          </p:cNvSpPr>
          <p:nvPr>
            <p:ph idx="14"/>
          </p:nvPr>
        </p:nvSpPr>
        <p:spPr>
          <a:xfrm>
            <a:off x="3306581" y="1778100"/>
            <a:ext cx="7521363" cy="4215294"/>
          </a:xfrm>
        </p:spPr>
        <p:txBody>
          <a:bodyPr>
            <a:normAutofit fontScale="92500" lnSpcReduction="20000"/>
          </a:bodyPr>
          <a:lstStyle/>
          <a:p>
            <a:r>
              <a:rPr lang="en-US" dirty="0"/>
              <a:t>Flexibility</a:t>
            </a:r>
          </a:p>
          <a:p>
            <a:pPr lvl="1">
              <a:buFont typeface="Arial" panose="020B0604020202020204" pitchFamily="34" charset="0"/>
              <a:buChar char="•"/>
            </a:pPr>
            <a:r>
              <a:rPr lang="en-US" dirty="0"/>
              <a:t>Agile-able to adapt at each iteration</a:t>
            </a:r>
          </a:p>
          <a:p>
            <a:pPr lvl="1">
              <a:buFont typeface="Arial" panose="020B0604020202020204" pitchFamily="34" charset="0"/>
              <a:buChar char="•"/>
            </a:pPr>
            <a:r>
              <a:rPr lang="en-US" dirty="0"/>
              <a:t>Waterfall-plan aims to remain fixed once approved, no room for changes without major setbacks</a:t>
            </a:r>
          </a:p>
          <a:p>
            <a:r>
              <a:rPr lang="en-US" dirty="0"/>
              <a:t>Timelines</a:t>
            </a:r>
          </a:p>
          <a:p>
            <a:pPr lvl="1">
              <a:buFont typeface="Arial" panose="020B0604020202020204" pitchFamily="34" charset="0"/>
              <a:buChar char="•"/>
            </a:pPr>
            <a:r>
              <a:rPr lang="en-US" dirty="0"/>
              <a:t>Agile-projects move much more quickly due to higher flexibility and not having rigid steps</a:t>
            </a:r>
          </a:p>
          <a:p>
            <a:pPr lvl="1">
              <a:buFont typeface="Arial" panose="020B0604020202020204" pitchFamily="34" charset="0"/>
              <a:buChar char="•"/>
            </a:pPr>
            <a:r>
              <a:rPr lang="en-US" dirty="0"/>
              <a:t>Waterfall-projects often take longer than agile, especially during planning</a:t>
            </a:r>
          </a:p>
          <a:p>
            <a:r>
              <a:rPr lang="en-US" dirty="0"/>
              <a:t>Client Involvement</a:t>
            </a:r>
          </a:p>
          <a:p>
            <a:pPr lvl="1">
              <a:buFont typeface="Arial" panose="020B0604020202020204" pitchFamily="34" charset="0"/>
              <a:buChar char="•"/>
            </a:pPr>
            <a:r>
              <a:rPr lang="en-US" dirty="0"/>
              <a:t>Agile-continuous customer/stakeholder participation (surveys, demos)</a:t>
            </a:r>
          </a:p>
          <a:p>
            <a:pPr lvl="1">
              <a:buFont typeface="Arial" panose="020B0604020202020204" pitchFamily="34" charset="0"/>
              <a:buChar char="•"/>
            </a:pPr>
            <a:r>
              <a:rPr lang="en-US" dirty="0"/>
              <a:t>Waterfall-heavy involvement early during planning but not as much during production</a:t>
            </a:r>
          </a:p>
        </p:txBody>
      </p:sp>
      <p:sp>
        <p:nvSpPr>
          <p:cNvPr id="5" name="Slide Number Placeholder 4">
            <a:extLst>
              <a:ext uri="{FF2B5EF4-FFF2-40B4-BE49-F238E27FC236}">
                <a16:creationId xmlns:a16="http://schemas.microsoft.com/office/drawing/2014/main" id="{DED0EFC5-7AB0-6EC5-27BF-38C65AB92ADF}"/>
              </a:ext>
            </a:extLst>
          </p:cNvPr>
          <p:cNvSpPr>
            <a:spLocks noGrp="1"/>
          </p:cNvSpPr>
          <p:nvPr>
            <p:ph type="sldNum" sz="quarter" idx="40"/>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1955638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23556-D14E-F9C2-16E1-56374F5F59CF}"/>
              </a:ext>
            </a:extLst>
          </p:cNvPr>
          <p:cNvSpPr>
            <a:spLocks noGrp="1"/>
          </p:cNvSpPr>
          <p:nvPr>
            <p:ph type="title"/>
          </p:nvPr>
        </p:nvSpPr>
        <p:spPr>
          <a:xfrm>
            <a:off x="2877191" y="1572586"/>
            <a:ext cx="5868456" cy="808293"/>
          </a:xfrm>
        </p:spPr>
        <p:txBody>
          <a:bodyPr>
            <a:normAutofit/>
          </a:bodyPr>
          <a:lstStyle/>
          <a:p>
            <a:r>
              <a:rPr lang="en-US" sz="4800" dirty="0"/>
              <a:t>Conclusion</a:t>
            </a:r>
          </a:p>
        </p:txBody>
      </p:sp>
      <p:sp>
        <p:nvSpPr>
          <p:cNvPr id="3" name="Content Placeholder 2">
            <a:extLst>
              <a:ext uri="{FF2B5EF4-FFF2-40B4-BE49-F238E27FC236}">
                <a16:creationId xmlns:a16="http://schemas.microsoft.com/office/drawing/2014/main" id="{B24ED0DE-8D69-E8ED-8DF1-DA9EB85A4EEB}"/>
              </a:ext>
            </a:extLst>
          </p:cNvPr>
          <p:cNvSpPr>
            <a:spLocks noGrp="1"/>
          </p:cNvSpPr>
          <p:nvPr>
            <p:ph idx="1"/>
          </p:nvPr>
        </p:nvSpPr>
        <p:spPr>
          <a:xfrm>
            <a:off x="1195056" y="2834640"/>
            <a:ext cx="8057585" cy="2352996"/>
          </a:xfrm>
        </p:spPr>
        <p:txBody>
          <a:bodyPr/>
          <a:lstStyle/>
          <a:p>
            <a:pPr marL="0" indent="0">
              <a:buNone/>
            </a:pPr>
            <a:r>
              <a:rPr lang="en-US" dirty="0"/>
              <a:t>In summary, by using the agile method during the SNHU Travel project, we were able to turn out a high-quality, customer-oriented product.  Although there will be a difficult transition, I would highly recommend transitioning all of </a:t>
            </a:r>
            <a:r>
              <a:rPr lang="en-US" dirty="0" err="1"/>
              <a:t>ChadaTech</a:t>
            </a:r>
            <a:r>
              <a:rPr lang="en-US" dirty="0"/>
              <a:t> to follow the agile method.  In so doing we will be able to produce higher quality software and have more cohesive teams with communication and transparency.</a:t>
            </a:r>
          </a:p>
        </p:txBody>
      </p:sp>
      <p:sp>
        <p:nvSpPr>
          <p:cNvPr id="4" name="Slide Number Placeholder 3">
            <a:extLst>
              <a:ext uri="{FF2B5EF4-FFF2-40B4-BE49-F238E27FC236}">
                <a16:creationId xmlns:a16="http://schemas.microsoft.com/office/drawing/2014/main" id="{C1F31EF5-FDC9-3F14-8E65-36601C0B601E}"/>
              </a:ext>
            </a:extLst>
          </p:cNvPr>
          <p:cNvSpPr>
            <a:spLocks noGrp="1"/>
          </p:cNvSpPr>
          <p:nvPr>
            <p:ph type="sldNum" sz="quarter" idx="12"/>
          </p:nvPr>
        </p:nvSpPr>
        <p:spPr/>
        <p:txBody>
          <a:bodyPr/>
          <a:lstStyle/>
          <a:p>
            <a:fld id="{69E57DC2-970A-4B3E-BB1C-7A09969E49DF}" type="slidenum">
              <a:rPr lang="en-US" smtClean="0"/>
              <a:t>10</a:t>
            </a:fld>
            <a:endParaRPr lang="en-US" dirty="0"/>
          </a:p>
        </p:txBody>
      </p:sp>
    </p:spTree>
    <p:extLst>
      <p:ext uri="{BB962C8B-B14F-4D97-AF65-F5344CB8AC3E}">
        <p14:creationId xmlns:p14="http://schemas.microsoft.com/office/powerpoint/2010/main" val="2942125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465576" y="470780"/>
            <a:ext cx="7955280" cy="906252"/>
          </a:xfrm>
        </p:spPr>
        <p:txBody>
          <a:bodyPr anchor="b" anchorCtr="0">
            <a:normAutofit/>
          </a:bodyPr>
          <a:lstStyle/>
          <a:p>
            <a:r>
              <a:rPr lang="en-US" sz="4000" dirty="0"/>
              <a:t>References</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5" y="1846907"/>
            <a:ext cx="7217513" cy="4371013"/>
          </a:xfrm>
        </p:spPr>
        <p:txBody>
          <a:bodyPr/>
          <a:lstStyle/>
          <a:p>
            <a:r>
              <a:rPr lang="en-US" dirty="0"/>
              <a:t>Cobb, C. G.  (2015).  The Project Manager’s Guide to Mastering Agile:  Principles and Practices for an Adaptive Approach (1st ed.) [E-book].  Wiley.</a:t>
            </a:r>
          </a:p>
          <a:p>
            <a:r>
              <a:rPr lang="en-US" dirty="0"/>
              <a:t>Geeks for Geeks.  (2025, July 23).  Agile SDLC (Software Development Life Cycle).  </a:t>
            </a:r>
            <a:r>
              <a:rPr lang="en-US" dirty="0">
                <a:hlinkClick r:id="rId3"/>
              </a:rPr>
              <a:t>https://www.geeksforgeeks.org/software-engineering/agile-sdlc-software-development-life-cycle/</a:t>
            </a:r>
            <a:r>
              <a:rPr lang="en-US" dirty="0"/>
              <a:t>.</a:t>
            </a:r>
          </a:p>
          <a:p>
            <a:r>
              <a:rPr lang="en-US" dirty="0"/>
              <a:t>Tutorials Point.  (2026).  SDLC – Waterfall Model.  </a:t>
            </a:r>
            <a:r>
              <a:rPr lang="en-US" dirty="0">
                <a:hlinkClick r:id="rId4"/>
              </a:rPr>
              <a:t>https://www.tutorialspoint.com/sdlc/sdlc_waterfall_model.htm</a:t>
            </a:r>
            <a:r>
              <a:rPr lang="en-US" dirty="0"/>
              <a:t>.</a:t>
            </a:r>
          </a:p>
          <a:p>
            <a:r>
              <a:rPr lang="en-US" dirty="0"/>
              <a:t>Webster, W., &amp; Greenberg, T.  (2026, March 26).  Agile vs Waterfall Methodology:  Differences &amp; How to Choose.  https://project-management.com/agile-vs-waterfall/.</a:t>
            </a:r>
          </a:p>
          <a:p>
            <a:endParaRPr lang="en-US" dirty="0"/>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11</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{D2FD2189-5B68-4465-9BBA-C707FFD1483B}TF63aebcec-8e39-4664-940a-dd6c2f00c54d020a9832_win32-3cdd3ee32610</Template>
  <TotalTime>167</TotalTime>
  <Words>712</Words>
  <Application>Microsoft Office PowerPoint</Application>
  <PresentationFormat>Widescreen</PresentationFormat>
  <Paragraphs>83</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等线</vt:lpstr>
      <vt:lpstr>Abadi</vt:lpstr>
      <vt:lpstr>Arial</vt:lpstr>
      <vt:lpstr>Calibri</vt:lpstr>
      <vt:lpstr>Posterama</vt:lpstr>
      <vt:lpstr>Posterama Text SemiBold</vt:lpstr>
      <vt:lpstr>Custom</vt:lpstr>
      <vt:lpstr>The Agile Approach</vt:lpstr>
      <vt:lpstr>Agenda </vt:lpstr>
      <vt:lpstr>Scrum-Agile Team Roles</vt:lpstr>
      <vt:lpstr>Scrum-Agile Team Roles</vt:lpstr>
      <vt:lpstr>Agile Phases of the SDLC</vt:lpstr>
      <vt:lpstr>PowerPoint Presentation</vt:lpstr>
      <vt:lpstr>The Waterfall Method</vt:lpstr>
      <vt:lpstr>The Waterfall Method</vt:lpstr>
      <vt:lpstr>Waterfall vs Agile</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Albrecht</dc:creator>
  <cp:lastModifiedBy>Aaron Albrecht</cp:lastModifiedBy>
  <cp:revision>1</cp:revision>
  <dcterms:created xsi:type="dcterms:W3CDTF">2026-08-16T22:00:16Z</dcterms:created>
  <dcterms:modified xsi:type="dcterms:W3CDTF">2026-08-17T00:47:22Z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